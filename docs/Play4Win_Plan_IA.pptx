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640080"/>
            <a:ext cx="128016" cy="12801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960120"/>
            <a:ext cx="82296" cy="82296"/>
          </a:xfrm>
          <a:prstGeom prst="ellipse">
            <a:avLst/>
          </a:prstGeom>
          <a:solidFill>
            <a:srgbClr val="FF3EA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5760720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173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39FF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891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IA para datos, precios y descuentos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usamos inteligencia artificial —y cuándo deliberadamente no— para manejar el catálogo de juegos, los precios y los datos de cada usuario.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623560"/>
            <a:ext cx="1768450" cy="384048"/>
          </a:xfrm>
          <a:prstGeom prst="roundRect">
            <a:avLst>
              <a:gd name="adj" fmla="val 19048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623560"/>
            <a:ext cx="17684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de IA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92578" y="5623560"/>
            <a:ext cx="1848917" cy="384048"/>
          </a:xfrm>
          <a:prstGeom prst="roundRect">
            <a:avLst>
              <a:gd name="adj" fmla="val 19048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92578" y="5623560"/>
            <a:ext cx="18489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Privacidad de datos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2662" y="5623560"/>
            <a:ext cx="1687982" cy="384048"/>
          </a:xfrm>
          <a:prstGeom prst="roundRect">
            <a:avLst>
              <a:gd name="adj" fmla="val 19048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2662" y="5623560"/>
            <a:ext cx="1687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Seguridad técnica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datos manejamos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principio es simple: recolectar el mínimo necesario para que la app funcione, nada más.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87168"/>
            <a:ext cx="566928" cy="566928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2623231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4612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y logros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37490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OAuth de Steam, Epic y PlayStation. Solo lectura de biblioteca y logros — nunca compras ni wallet.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19456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39312" y="2487168"/>
            <a:ext cx="566928" cy="566928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375" y="2623231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24612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37490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través del login con Google. Es el mínimo dato para identificar la cuenta.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219456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82512" y="2487168"/>
            <a:ext cx="566928" cy="566928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75" y="2623231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324612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precios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82512" y="37490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juego, no por usuario. Alimenta la predicción de "buen momento para comprar".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869680" y="2194560"/>
            <a:ext cx="2487168" cy="3794760"/>
          </a:xfrm>
          <a:prstGeom prst="roundRect">
            <a:avLst>
              <a:gd name="adj" fmla="val 3676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25712" y="2487168"/>
            <a:ext cx="566928" cy="566928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775" y="2623231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25712" y="324612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25712" y="3749040"/>
            <a:ext cx="1975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recolecta todavía. Si se suma para eventos geolocalizados, será opt-in aparte.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APIs de las tiendas al descuento en pantalla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37844" y="2514600"/>
            <a:ext cx="1847088" cy="2011680"/>
          </a:xfrm>
          <a:prstGeom prst="roundRect">
            <a:avLst>
              <a:gd name="adj" fmla="val 495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87068" y="2788920"/>
            <a:ext cx="548640" cy="54864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8742" y="29205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de plataformas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29284" y="39593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· Epic · PlayStation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84932" y="32918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104388" y="2514600"/>
            <a:ext cx="1847088" cy="2011680"/>
          </a:xfrm>
          <a:prstGeom prst="roundRect">
            <a:avLst>
              <a:gd name="adj" fmla="val 495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53612" y="2788920"/>
            <a:ext cx="548640" cy="54864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286" y="29205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14116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con IA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195828" y="39593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 catálogo y precios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51476" y="32918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170932" y="2514600"/>
            <a:ext cx="1847088" cy="2011680"/>
          </a:xfrm>
          <a:prstGeom prst="roundRect">
            <a:avLst>
              <a:gd name="adj" fmla="val 495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20156" y="2788920"/>
            <a:ext cx="548640" cy="54864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830" y="292059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80660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central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62372" y="39593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Precios, progreso, usuarios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18020" y="32918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237476" y="2514600"/>
            <a:ext cx="1847088" cy="2011680"/>
          </a:xfrm>
          <a:prstGeom prst="roundRect">
            <a:avLst>
              <a:gd name="adj" fmla="val 495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886700" y="2788920"/>
            <a:ext cx="548640" cy="54864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374" y="29205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47204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IA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328916" y="39593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Predicciones y recomendaciones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084564" y="32918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304020" y="2514600"/>
            <a:ext cx="1847088" cy="2011680"/>
          </a:xfrm>
          <a:prstGeom prst="roundRect">
            <a:avLst>
              <a:gd name="adj" fmla="val 495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953244" y="2788920"/>
            <a:ext cx="548640" cy="54864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918" y="292059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13748" y="35204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Play4Win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395460" y="39593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Descuentos personalizados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4008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es lineal: cada capa solo confía en la salida normalizada de la anterior.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SÍ usamos un LLM como Claude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donde el problema es de lenguaje, no de números.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2914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de catálogo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514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Witcher 3: Wild Hunt - Complete Edition" (Steam) y "The Witcher 3 GOTY" (Epic) son el mismo juego. Un LLM hace ese matching en batch.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6630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502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personalizados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38862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redacción de la notificación de recompensa ("subiste a Oro jugando 40hs de Elden Ring...") se genera en tiempo real, con personalidad.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503468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873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conversacional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63040" y="5257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"¿Cuándo me conviene comprar tal juego?", "¿Qué me falta para el próximo tier?" — vía la API de Claude, como Coti en FamilIA.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MODELOS CLÁSICOS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el LLM sería la herramienta equivocada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Estos son problemas numéricos y estadísticos. Usar IA generativa acá sería tirar plata al horno.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2914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precios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514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temporal por juego. Con una heurística de percentiles o un modelo simple (ej. Prophet) alcanza para saber si conviene esperar.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6630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502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de recompensas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38862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descuento mostrarle primero a cada usuario es matemática de reglas de negocio + historial, no generación de texto.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503468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873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fraude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63040" y="5257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jugadas infladas se detectan con anomalías estadísticas (z-score contra el promedio de la comunidad), no con un LLM.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 mandamos a la IA — y qué nunca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0956" y="210312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141827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0996" y="2377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MANDAMOS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0996" y="288036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de juegos para normalizar catálogo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agregados y anónimos para redactar mensajes ("usuario subió a Oro, jugó X hs de Y juego")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internos anonimizados, nunca el ID real de cuenta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3076" y="210312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141827"/>
          </a:solidFill>
          <a:ln w="15875">
            <a:solidFill>
              <a:srgbClr val="FF3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3116" y="2377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3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NUNCA MANDAMOS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43116" y="2880360"/>
            <a:ext cx="4434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del usuario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OAuth de Steam, Epic o PlayStation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reales de cuenta de las plataformas conectadas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log se filtra, no queda expuesta la identidad real de nadie.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técnica — no negociable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05256" y="228600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08276" y="2651760"/>
            <a:ext cx="640080" cy="64008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1895" y="28053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35661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encriptados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79576" y="40233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tokens de Steam, Epic y PSN se guardan encriptados en la base. Nunca en texto plano.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71416" y="228600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74436" y="2651760"/>
            <a:ext cx="640080" cy="64008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55" y="28053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0016" y="35661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contraseñas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45736" y="40233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login es OAuth. Play4Win nunca maneja ni almacena credenciales de nadie.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37576" y="228600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40596" y="2651760"/>
            <a:ext cx="640080" cy="64008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215" y="28053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6176" y="35661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1896" y="40233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 en la API para que nadie pueda vaciar la base pidiendo datos en loop.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MARCO LEGAL · LEY 18.331 (URUGUAY)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Derechos del usuario sobre sus datos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Uruguay tiene su propia ley de protección de datos, reconocida como "adecuada" por la UE — cumplirla bien acá también prepara el terreno para escalar a otros países.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" y="2514600"/>
            <a:ext cx="3246120" cy="3017520"/>
          </a:xfrm>
          <a:prstGeom prst="roundRect">
            <a:avLst>
              <a:gd name="adj" fmla="val 303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2807208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222" y="2949854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9576" y="3566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sus datos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79576" y="40233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claro a qué información tiene Play4Win sobre él.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71416" y="2514600"/>
            <a:ext cx="3246120" cy="3017520"/>
          </a:xfrm>
          <a:prstGeom prst="roundRect">
            <a:avLst>
              <a:gd name="adj" fmla="val 303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45736" y="2807208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382" y="294985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45736" y="3566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Desconectar una plataforma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45736" y="40233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que se borren los datos asociados a esa conexión específica.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37576" y="2514600"/>
            <a:ext cx="3246120" cy="3017520"/>
          </a:xfrm>
          <a:prstGeom prst="roundRect">
            <a:avLst>
              <a:gd name="adj" fmla="val 3030"/>
            </a:avLst>
          </a:prstGeom>
          <a:solidFill>
            <a:srgbClr val="141827"/>
          </a:solidFill>
          <a:ln w="12700">
            <a:solidFill>
              <a:srgbClr val="1B203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11896" y="2807208"/>
            <a:ext cx="594360" cy="594360"/>
          </a:xfrm>
          <a:prstGeom prst="ellipse">
            <a:avLst/>
          </a:prstGeom>
          <a:solidFill>
            <a:srgbClr val="1B20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542" y="294985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3566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 total de cuenta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11896" y="40233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cumpla de verdad — borrado real, no solo "ocultar".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4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30428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el esquema de base de datos: usuarios, plataformas conectadas, progreso, recompensas.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4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26440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de normalización de catálogo con la API de Claude.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4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2245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flujo de consentimiento granular por plataforma.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4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1846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del modelo de predicción de precios (heurística de percentiles).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Play4Win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2026-08-29T00:47:45Z</dcterms:created>
  <dcterms:modified xsi:type="dcterms:W3CDTF">2026-08-29T00:47:45Z</dcterms:modified>
</cp:coreProperties>
</file>